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CK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980065" cy="10789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57305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100" dirty="0">
                <a:solidFill>
                  <a:srgbClr val="1E3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757305" y="9326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Lobbying Agents, Climate, and Knowledge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57305" y="131673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graph of agents, organisations, and relationships involved in lobbying against climate science and policy.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1965960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maps the networks of people and organisations that work to undermine climate science awareness and climate policy, drawing on real-world sources and extracting structured relationships using a purpose-built ontology.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3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LACK lets you ask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02920" y="3246120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14984" y="3200400"/>
            <a:ext cx="5843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lobbying against climate science — and which organisations?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3698748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36987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14984" y="3653028"/>
            <a:ext cx="5843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funds them, and what's the evidence?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4151376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14984" y="4105656"/>
            <a:ext cx="5843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leads these organisations, and when?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604004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6040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14984" y="4558284"/>
            <a:ext cx="5843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organisations partner with, founded, or spun off from each other?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056632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14984" y="5010912"/>
            <a:ext cx="5843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connected to whom — directly or indirectly across the network?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02920" y="5509260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2920" y="55092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14984" y="5463540"/>
            <a:ext cx="5843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connections were active during a given period?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02920" y="5961888"/>
            <a:ext cx="310896" cy="310896"/>
          </a:xfrm>
          <a:prstGeom prst="ellipse">
            <a:avLst/>
          </a:prstGeom>
          <a:solidFill>
            <a:srgbClr val="2C6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5961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14984" y="5916168"/>
            <a:ext cx="5843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7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one name, alias, or rebrand hide the same real-world actor?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178040" y="2788920"/>
            <a:ext cx="4553712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5D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1" descr="LACK ontology: Person and Collective entity types linked by labelled rela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2990088"/>
            <a:ext cx="4151376" cy="269378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379208" y="5720446"/>
            <a:ext cx="4151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LACK ontology: people and organisations linked by typed, time-stamped relations.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02920" y="6473952"/>
            <a:ext cx="1120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3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backed by linked, sourced evidence.</a:t>
            </a: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climatesense-project.eu/lack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180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LACK — Lobbying Agents, Climate, and Knowledge</dc:title>
  <dc:subject>PptxGenJS Presentation</dc:subject>
  <dc:creator>Climate Sense Project</dc:creator>
  <cp:lastModifiedBy>Enrico.Daga</cp:lastModifiedBy>
  <cp:revision>1</cp:revision>
  <dcterms:created xsi:type="dcterms:W3CDTF">2026-06-11T14:46:22Z</dcterms:created>
  <dcterms:modified xsi:type="dcterms:W3CDTF">2026-06-11T14:50:29Z</dcterms:modified>
</cp:coreProperties>
</file>