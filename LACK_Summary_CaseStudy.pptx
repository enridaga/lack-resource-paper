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2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429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CK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980065" cy="10789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57305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100" dirty="0">
                <a:solidFill>
                  <a:srgbClr val="1E3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757305" y="9326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2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Lobbying Agents, Climate, and Knowledge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57305" y="131673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graph of agents, organisations, and relationships involved in lobbying against climate science and policy.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02920" y="196596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maps the networks of people and organisations that work to undermine climate science awareness and climate policy, drawing on real-world sources and extracting structured relationships using a purpose-built ontology.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78892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3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question to evidence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02920" y="3291840"/>
            <a:ext cx="310896" cy="310896"/>
          </a:xfrm>
          <a:prstGeom prst="ellipse">
            <a:avLst/>
          </a:prstGeom>
          <a:solidFill>
            <a:srgbClr val="2C6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14984" y="3236976"/>
            <a:ext cx="5020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connections — </a:t>
            </a:r>
            <a:r>
              <a:rPr lang="en-US" sz="135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chains across the network — a person, the company they lead, and the think tank it sponsors.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078224"/>
            <a:ext cx="310896" cy="310896"/>
          </a:xfrm>
          <a:prstGeom prst="ellipse">
            <a:avLst/>
          </a:prstGeom>
          <a:solidFill>
            <a:srgbClr val="2C6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14984" y="4023360"/>
            <a:ext cx="5020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 is sourced — </a:t>
            </a:r>
            <a:r>
              <a:rPr lang="en-US" sz="135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link cites the evidence it was extracted from (DeSmog, InfluenceMap, and more).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864608"/>
            <a:ext cx="310896" cy="310896"/>
          </a:xfrm>
          <a:prstGeom prst="ellipse">
            <a:avLst/>
          </a:prstGeom>
          <a:solidFill>
            <a:srgbClr val="2C6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14984" y="4809744"/>
            <a:ext cx="5020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Time-stamped where known — </a:t>
            </a:r>
            <a:r>
              <a:rPr lang="en-US" sz="135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carry the period they were active, so you can reason about when.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5650992"/>
            <a:ext cx="310896" cy="310896"/>
          </a:xfrm>
          <a:prstGeom prst="ellipse">
            <a:avLst/>
          </a:prstGeom>
          <a:solidFill>
            <a:srgbClr val="2C6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5650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14984" y="5596128"/>
            <a:ext cx="5020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Wikidata — </a:t>
            </a:r>
            <a:r>
              <a:rPr lang="en-US" sz="135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organisations are disambiguated to stable identifiers, not just names.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355080" y="2215662"/>
            <a:ext cx="5376672" cy="425829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5D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1" descr="Worked example: Darren Woods leadsAt Exxon, Exxon sponsored Heartland Institute, with sourced evidence tabl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345" y="2359152"/>
            <a:ext cx="4969166" cy="36393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325452" y="6272784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 two-hop chain, each step backed by sourced, time-stamped evidence.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" y="6473952"/>
            <a:ext cx="11201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backed by linked, sourced evidence.</a:t>
            </a: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climatesense-project.eu/lack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181</Words>
  <Application>Microsoft Macintosh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LACK — Lobbying Agents, Climate, and Knowledge</dc:title>
  <dc:subject>PptxGenJS Presentation</dc:subject>
  <dc:creator>Climate Sense Project</dc:creator>
  <cp:lastModifiedBy>Enrico.Daga</cp:lastModifiedBy>
  <cp:revision>2</cp:revision>
  <dcterms:created xsi:type="dcterms:W3CDTF">2026-06-11T14:52:51Z</dcterms:created>
  <dcterms:modified xsi:type="dcterms:W3CDTF">2026-06-11T14:55:08Z</dcterms:modified>
</cp:coreProperties>
</file>